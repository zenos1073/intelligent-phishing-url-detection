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5" r:id="rId2"/>
    <p:sldId id="257" r:id="rId3"/>
    <p:sldId id="258" r:id="rId4"/>
    <p:sldId id="259" r:id="rId5"/>
    <p:sldId id="261" r:id="rId6"/>
    <p:sldId id="264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6AB39-52D3-41C5-AEEC-B7C3245E28A8}" v="213" dt="2026-08-13T14:41:42.4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 Devi" userId="f79642f8c8d63a86" providerId="LiveId" clId="{FE8F0DB4-7590-421E-8C6D-23FEBE9CEC87}"/>
    <pc:docChg chg="undo redo custSel addSld delSld modSld">
      <pc:chgData name="Priya Devi" userId="f79642f8c8d63a86" providerId="LiveId" clId="{FE8F0DB4-7590-421E-8C6D-23FEBE9CEC87}" dt="2026-08-13T14:52:04.560" v="677" actId="14100"/>
      <pc:docMkLst>
        <pc:docMk/>
      </pc:docMkLst>
      <pc:sldChg chg="addSp delSp modSp mod">
        <pc:chgData name="Priya Devi" userId="f79642f8c8d63a86" providerId="LiveId" clId="{FE8F0DB4-7590-421E-8C6D-23FEBE9CEC87}" dt="2026-08-13T14:41:02.484" v="626" actId="1076"/>
        <pc:sldMkLst>
          <pc:docMk/>
          <pc:sldMk cId="0" sldId="256"/>
        </pc:sldMkLst>
        <pc:spChg chg="add mod">
          <ac:chgData name="Priya Devi" userId="f79642f8c8d63a86" providerId="LiveId" clId="{FE8F0DB4-7590-421E-8C6D-23FEBE9CEC87}" dt="2026-08-13T14:41:02.484" v="626" actId="1076"/>
          <ac:spMkLst>
            <pc:docMk/>
            <pc:sldMk cId="0" sldId="256"/>
            <ac:spMk id="2" creationId="{22418BF2-96E3-1FAF-81E1-FB4CE5074284}"/>
          </ac:spMkLst>
        </pc:spChg>
        <pc:spChg chg="mod">
          <ac:chgData name="Priya Devi" userId="f79642f8c8d63a86" providerId="LiveId" clId="{FE8F0DB4-7590-421E-8C6D-23FEBE9CEC87}" dt="2026-08-11T13:30:24.552" v="38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Priya Devi" userId="f79642f8c8d63a86" providerId="LiveId" clId="{FE8F0DB4-7590-421E-8C6D-23FEBE9CEC87}" dt="2026-08-11T13:30:24.552" v="38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Priya Devi" userId="f79642f8c8d63a86" providerId="LiveId" clId="{FE8F0DB4-7590-421E-8C6D-23FEBE9CEC87}" dt="2026-08-11T13:30:25.381" v="39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Priya Devi" userId="f79642f8c8d63a86" providerId="LiveId" clId="{FE8F0DB4-7590-421E-8C6D-23FEBE9CEC87}" dt="2026-08-11T13:30:24.552" v="38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Priya Devi" userId="f79642f8c8d63a86" providerId="LiveId" clId="{FE8F0DB4-7590-421E-8C6D-23FEBE9CEC87}" dt="2026-08-11T13:30:24.552" v="38" actId="1076"/>
          <ac:spMkLst>
            <pc:docMk/>
            <pc:sldMk cId="0" sldId="256"/>
            <ac:spMk id="10" creationId="{00000000-0000-0000-0000-000000000000}"/>
          </ac:spMkLst>
        </pc:spChg>
        <pc:spChg chg="add mod">
          <ac:chgData name="Priya Devi" userId="f79642f8c8d63a86" providerId="LiveId" clId="{FE8F0DB4-7590-421E-8C6D-23FEBE9CEC87}" dt="2026-08-13T14:40:27.929" v="621" actId="1076"/>
          <ac:spMkLst>
            <pc:docMk/>
            <pc:sldMk cId="0" sldId="256"/>
            <ac:spMk id="21" creationId="{3485C406-4AC4-B9B5-364D-1D2BD2D7D353}"/>
          </ac:spMkLst>
        </pc:spChg>
        <pc:spChg chg="add mod">
          <ac:chgData name="Priya Devi" userId="f79642f8c8d63a86" providerId="LiveId" clId="{FE8F0DB4-7590-421E-8C6D-23FEBE9CEC87}" dt="2026-08-13T14:40:32.169" v="622" actId="1076"/>
          <ac:spMkLst>
            <pc:docMk/>
            <pc:sldMk cId="0" sldId="256"/>
            <ac:spMk id="23" creationId="{8A9EF1C3-7770-5F38-0563-7B688FB34C41}"/>
          </ac:spMkLst>
        </pc:spChg>
        <pc:spChg chg="add mod">
          <ac:chgData name="Priya Devi" userId="f79642f8c8d63a86" providerId="LiveId" clId="{FE8F0DB4-7590-421E-8C6D-23FEBE9CEC87}" dt="2026-08-13T14:40:23.451" v="620" actId="1076"/>
          <ac:spMkLst>
            <pc:docMk/>
            <pc:sldMk cId="0" sldId="256"/>
            <ac:spMk id="25" creationId="{DB2B1864-B476-90FA-F429-ED51E930E553}"/>
          </ac:spMkLst>
        </pc:spChg>
        <pc:picChg chg="mod">
          <ac:chgData name="Priya Devi" userId="f79642f8c8d63a86" providerId="LiveId" clId="{FE8F0DB4-7590-421E-8C6D-23FEBE9CEC87}" dt="2026-08-11T13:30:24.552" v="38" actId="1076"/>
          <ac:picMkLst>
            <pc:docMk/>
            <pc:sldMk cId="0" sldId="256"/>
            <ac:picMk id="5" creationId="{00000000-0000-0000-0000-000000000000}"/>
          </ac:picMkLst>
        </pc:picChg>
        <pc:picChg chg="add del mod">
          <ac:chgData name="Priya Devi" userId="f79642f8c8d63a86" providerId="LiveId" clId="{FE8F0DB4-7590-421E-8C6D-23FEBE9CEC87}" dt="2026-08-13T14:39:51.850" v="618" actId="14100"/>
          <ac:picMkLst>
            <pc:docMk/>
            <pc:sldMk cId="0" sldId="256"/>
            <ac:picMk id="16" creationId="{DA6817C3-2EEC-F915-91C1-0D24421F0165}"/>
          </ac:picMkLst>
        </pc:picChg>
        <pc:picChg chg="add mod">
          <ac:chgData name="Priya Devi" userId="f79642f8c8d63a86" providerId="LiveId" clId="{FE8F0DB4-7590-421E-8C6D-23FEBE9CEC87}" dt="2026-08-11T13:34:14.778" v="269" actId="29295"/>
          <ac:picMkLst>
            <pc:docMk/>
            <pc:sldMk cId="0" sldId="256"/>
            <ac:picMk id="27" creationId="{D4F5AE17-D7A9-0FCF-099B-FA739A27FCE3}"/>
          </ac:picMkLst>
        </pc:picChg>
      </pc:sldChg>
      <pc:sldChg chg="modSp mod">
        <pc:chgData name="Priya Devi" userId="f79642f8c8d63a86" providerId="LiveId" clId="{FE8F0DB4-7590-421E-8C6D-23FEBE9CEC87}" dt="2026-08-13T14:09:54.687" v="456" actId="20577"/>
        <pc:sldMkLst>
          <pc:docMk/>
          <pc:sldMk cId="0" sldId="258"/>
        </pc:sldMkLst>
        <pc:spChg chg="mod">
          <ac:chgData name="Priya Devi" userId="f79642f8c8d63a86" providerId="LiveId" clId="{FE8F0DB4-7590-421E-8C6D-23FEBE9CEC87}" dt="2026-08-13T14:09:54.687" v="456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Priya Devi" userId="f79642f8c8d63a86" providerId="LiveId" clId="{FE8F0DB4-7590-421E-8C6D-23FEBE9CEC87}" dt="2026-08-13T14:09:24.141" v="444" actId="113"/>
          <ac:spMkLst>
            <pc:docMk/>
            <pc:sldMk cId="0" sldId="258"/>
            <ac:spMk id="12" creationId="{00000000-0000-0000-0000-000000000000}"/>
          </ac:spMkLst>
        </pc:spChg>
        <pc:spChg chg="mod">
          <ac:chgData name="Priya Devi" userId="f79642f8c8d63a86" providerId="LiveId" clId="{FE8F0DB4-7590-421E-8C6D-23FEBE9CEC87}" dt="2026-08-13T14:08:50.451" v="438" actId="113"/>
          <ac:spMkLst>
            <pc:docMk/>
            <pc:sldMk cId="0" sldId="258"/>
            <ac:spMk id="16" creationId="{00000000-0000-0000-0000-000000000000}"/>
          </ac:spMkLst>
        </pc:spChg>
        <pc:spChg chg="mod">
          <ac:chgData name="Priya Devi" userId="f79642f8c8d63a86" providerId="LiveId" clId="{FE8F0DB4-7590-421E-8C6D-23FEBE9CEC87}" dt="2026-08-13T14:08:28.865" v="435" actId="113"/>
          <ac:spMkLst>
            <pc:docMk/>
            <pc:sldMk cId="0" sldId="258"/>
            <ac:spMk id="20" creationId="{00000000-0000-0000-0000-000000000000}"/>
          </ac:spMkLst>
        </pc:spChg>
        <pc:spChg chg="mod">
          <ac:chgData name="Priya Devi" userId="f79642f8c8d63a86" providerId="LiveId" clId="{FE8F0DB4-7590-421E-8C6D-23FEBE9CEC87}" dt="2026-08-13T14:07:59.981" v="431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Priya Devi" userId="f79642f8c8d63a86" providerId="LiveId" clId="{FE8F0DB4-7590-421E-8C6D-23FEBE9CEC87}" dt="2026-08-13T14:08:03.276" v="432" actId="113"/>
          <ac:spMkLst>
            <pc:docMk/>
            <pc:sldMk cId="0" sldId="258"/>
            <ac:spMk id="24" creationId="{00000000-0000-0000-0000-000000000000}"/>
          </ac:spMkLst>
        </pc:spChg>
      </pc:sldChg>
      <pc:sldChg chg="addSp delSp modSp mod">
        <pc:chgData name="Priya Devi" userId="f79642f8c8d63a86" providerId="LiveId" clId="{FE8F0DB4-7590-421E-8C6D-23FEBE9CEC87}" dt="2026-08-13T14:38:10.586" v="584" actId="478"/>
        <pc:sldMkLst>
          <pc:docMk/>
          <pc:sldMk cId="0" sldId="259"/>
        </pc:sldMkLst>
        <pc:spChg chg="mod">
          <ac:chgData name="Priya Devi" userId="f79642f8c8d63a86" providerId="LiveId" clId="{FE8F0DB4-7590-421E-8C6D-23FEBE9CEC87}" dt="2026-08-11T13:56:50.188" v="275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Priya Devi" userId="f79642f8c8d63a86" providerId="LiveId" clId="{FE8F0DB4-7590-421E-8C6D-23FEBE9CEC87}" dt="2026-08-13T14:24:10.235" v="470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Priya Devi" userId="f79642f8c8d63a86" providerId="LiveId" clId="{FE8F0DB4-7590-421E-8C6D-23FEBE9CEC87}" dt="2026-08-13T14:24:37.503" v="473"/>
          <ac:spMkLst>
            <pc:docMk/>
            <pc:sldMk cId="0" sldId="259"/>
            <ac:spMk id="9" creationId="{00000000-0000-0000-0000-000000000000}"/>
          </ac:spMkLst>
        </pc:spChg>
        <pc:spChg chg="mod">
          <ac:chgData name="Priya Devi" userId="f79642f8c8d63a86" providerId="LiveId" clId="{FE8F0DB4-7590-421E-8C6D-23FEBE9CEC87}" dt="2026-08-13T14:25:11.228" v="486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Priya Devi" userId="f79642f8c8d63a86" providerId="LiveId" clId="{FE8F0DB4-7590-421E-8C6D-23FEBE9CEC87}" dt="2026-08-13T14:25:32.250" v="488"/>
          <ac:spMkLst>
            <pc:docMk/>
            <pc:sldMk cId="0" sldId="259"/>
            <ac:spMk id="14" creationId="{00000000-0000-0000-0000-000000000000}"/>
          </ac:spMkLst>
        </pc:spChg>
        <pc:spChg chg="mod">
          <ac:chgData name="Priya Devi" userId="f79642f8c8d63a86" providerId="LiveId" clId="{FE8F0DB4-7590-421E-8C6D-23FEBE9CEC87}" dt="2026-08-13T14:30:46.696" v="510" actId="2057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Priya Devi" userId="f79642f8c8d63a86" providerId="LiveId" clId="{FE8F0DB4-7590-421E-8C6D-23FEBE9CEC87}" dt="2026-08-13T14:31:18.668" v="514" actId="2057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Priya Devi" userId="f79642f8c8d63a86" providerId="LiveId" clId="{FE8F0DB4-7590-421E-8C6D-23FEBE9CEC87}" dt="2026-08-13T14:32:04.660" v="520" actId="20577"/>
          <ac:spMkLst>
            <pc:docMk/>
            <pc:sldMk cId="0" sldId="259"/>
            <ac:spMk id="23" creationId="{00000000-0000-0000-0000-000000000000}"/>
          </ac:spMkLst>
        </pc:spChg>
        <pc:spChg chg="mod">
          <ac:chgData name="Priya Devi" userId="f79642f8c8d63a86" providerId="LiveId" clId="{FE8F0DB4-7590-421E-8C6D-23FEBE9CEC87}" dt="2026-08-13T14:32:16.654" v="522"/>
          <ac:spMkLst>
            <pc:docMk/>
            <pc:sldMk cId="0" sldId="259"/>
            <ac:spMk id="24" creationId="{00000000-0000-0000-0000-000000000000}"/>
          </ac:spMkLst>
        </pc:spChg>
        <pc:spChg chg="mod">
          <ac:chgData name="Priya Devi" userId="f79642f8c8d63a86" providerId="LiveId" clId="{FE8F0DB4-7590-421E-8C6D-23FEBE9CEC87}" dt="2026-08-13T14:32:37.926" v="524" actId="20577"/>
          <ac:spMkLst>
            <pc:docMk/>
            <pc:sldMk cId="0" sldId="259"/>
            <ac:spMk id="28" creationId="{00000000-0000-0000-0000-000000000000}"/>
          </ac:spMkLst>
        </pc:spChg>
        <pc:spChg chg="mod">
          <ac:chgData name="Priya Devi" userId="f79642f8c8d63a86" providerId="LiveId" clId="{FE8F0DB4-7590-421E-8C6D-23FEBE9CEC87}" dt="2026-08-13T14:32:56.205" v="526"/>
          <ac:spMkLst>
            <pc:docMk/>
            <pc:sldMk cId="0" sldId="259"/>
            <ac:spMk id="29" creationId="{00000000-0000-0000-0000-000000000000}"/>
          </ac:spMkLst>
        </pc:spChg>
        <pc:spChg chg="mod">
          <ac:chgData name="Priya Devi" userId="f79642f8c8d63a86" providerId="LiveId" clId="{FE8F0DB4-7590-421E-8C6D-23FEBE9CEC87}" dt="2026-08-13T14:34:21.868" v="553" actId="1076"/>
          <ac:spMkLst>
            <pc:docMk/>
            <pc:sldMk cId="0" sldId="259"/>
            <ac:spMk id="30" creationId="{00000000-0000-0000-0000-000000000000}"/>
          </ac:spMkLst>
        </pc:spChg>
        <pc:spChg chg="mod">
          <ac:chgData name="Priya Devi" userId="f79642f8c8d63a86" providerId="LiveId" clId="{FE8F0DB4-7590-421E-8C6D-23FEBE9CEC87}" dt="2026-08-13T14:37:20.543" v="581" actId="20577"/>
          <ac:spMkLst>
            <pc:docMk/>
            <pc:sldMk cId="0" sldId="259"/>
            <ac:spMk id="33" creationId="{00000000-0000-0000-0000-000000000000}"/>
          </ac:spMkLst>
        </pc:spChg>
        <pc:spChg chg="mod">
          <ac:chgData name="Priya Devi" userId="f79642f8c8d63a86" providerId="LiveId" clId="{FE8F0DB4-7590-421E-8C6D-23FEBE9CEC87}" dt="2026-08-13T14:37:55.202" v="583"/>
          <ac:spMkLst>
            <pc:docMk/>
            <pc:sldMk cId="0" sldId="259"/>
            <ac:spMk id="34" creationId="{00000000-0000-0000-0000-000000000000}"/>
          </ac:spMkLst>
        </pc:spChg>
        <pc:spChg chg="add del">
          <ac:chgData name="Priya Devi" userId="f79642f8c8d63a86" providerId="LiveId" clId="{FE8F0DB4-7590-421E-8C6D-23FEBE9CEC87}" dt="2026-08-13T13:40:57.593" v="357" actId="478"/>
          <ac:spMkLst>
            <pc:docMk/>
            <pc:sldMk cId="0" sldId="259"/>
            <ac:spMk id="35" creationId="{00000000-0000-0000-0000-000000000000}"/>
          </ac:spMkLst>
        </pc:spChg>
        <pc:spChg chg="del mod">
          <ac:chgData name="Priya Devi" userId="f79642f8c8d63a86" providerId="LiveId" clId="{FE8F0DB4-7590-421E-8C6D-23FEBE9CEC87}" dt="2026-08-13T14:38:10.586" v="584" actId="478"/>
          <ac:spMkLst>
            <pc:docMk/>
            <pc:sldMk cId="0" sldId="259"/>
            <ac:spMk id="36" creationId="{00000000-0000-0000-0000-000000000000}"/>
          </ac:spMkLst>
        </pc:spChg>
      </pc:sldChg>
      <pc:sldChg chg="addSp delSp modSp mod">
        <pc:chgData name="Priya Devi" userId="f79642f8c8d63a86" providerId="LiveId" clId="{FE8F0DB4-7590-421E-8C6D-23FEBE9CEC87}" dt="2026-08-13T14:05:39.036" v="428" actId="207"/>
        <pc:sldMkLst>
          <pc:docMk/>
          <pc:sldMk cId="0" sldId="261"/>
        </pc:sldMkLst>
        <pc:spChg chg="mod">
          <ac:chgData name="Priya Devi" userId="f79642f8c8d63a86" providerId="LiveId" clId="{FE8F0DB4-7590-421E-8C6D-23FEBE9CEC87}" dt="2026-08-13T13:40:56.784" v="356" actId="207"/>
          <ac:spMkLst>
            <pc:docMk/>
            <pc:sldMk cId="0" sldId="261"/>
            <ac:spMk id="8" creationId="{00000000-0000-0000-0000-000000000000}"/>
          </ac:spMkLst>
        </pc:spChg>
        <pc:spChg chg="mod">
          <ac:chgData name="Priya Devi" userId="f79642f8c8d63a86" providerId="LiveId" clId="{FE8F0DB4-7590-421E-8C6D-23FEBE9CEC87}" dt="2026-08-11T14:08:01.383" v="324" actId="2057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Priya Devi" userId="f79642f8c8d63a86" providerId="LiveId" clId="{FE8F0DB4-7590-421E-8C6D-23FEBE9CEC87}" dt="2026-08-11T14:06:03.712" v="298" actId="14100"/>
          <ac:spMkLst>
            <pc:docMk/>
            <pc:sldMk cId="0" sldId="261"/>
            <ac:spMk id="16" creationId="{00000000-0000-0000-0000-000000000000}"/>
          </ac:spMkLst>
        </pc:spChg>
        <pc:spChg chg="mod">
          <ac:chgData name="Priya Devi" userId="f79642f8c8d63a86" providerId="LiveId" clId="{FE8F0DB4-7590-421E-8C6D-23FEBE9CEC87}" dt="2026-08-11T14:06:48.686" v="310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Priya Devi" userId="f79642f8c8d63a86" providerId="LiveId" clId="{FE8F0DB4-7590-421E-8C6D-23FEBE9CEC87}" dt="2026-08-11T14:08:51.415" v="335" actId="107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Priya Devi" userId="f79642f8c8d63a86" providerId="LiveId" clId="{FE8F0DB4-7590-421E-8C6D-23FEBE9CEC87}" dt="2026-08-11T14:06:29.276" v="305" actId="107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Priya Devi" userId="f79642f8c8d63a86" providerId="LiveId" clId="{FE8F0DB4-7590-421E-8C6D-23FEBE9CEC87}" dt="2026-08-13T13:54:06.410" v="363"/>
          <ac:spMkLst>
            <pc:docMk/>
            <pc:sldMk cId="0" sldId="261"/>
            <ac:spMk id="29" creationId="{00000000-0000-0000-0000-000000000000}"/>
          </ac:spMkLst>
        </pc:spChg>
        <pc:spChg chg="mod">
          <ac:chgData name="Priya Devi" userId="f79642f8c8d63a86" providerId="LiveId" clId="{FE8F0DB4-7590-421E-8C6D-23FEBE9CEC87}" dt="2026-08-13T13:55:16.926" v="367" actId="20577"/>
          <ac:spMkLst>
            <pc:docMk/>
            <pc:sldMk cId="0" sldId="261"/>
            <ac:spMk id="32" creationId="{00000000-0000-0000-0000-000000000000}"/>
          </ac:spMkLst>
        </pc:spChg>
        <pc:spChg chg="mod">
          <ac:chgData name="Priya Devi" userId="f79642f8c8d63a86" providerId="LiveId" clId="{FE8F0DB4-7590-421E-8C6D-23FEBE9CEC87}" dt="2026-08-13T13:54:47.763" v="365"/>
          <ac:spMkLst>
            <pc:docMk/>
            <pc:sldMk cId="0" sldId="261"/>
            <ac:spMk id="34" creationId="{00000000-0000-0000-0000-000000000000}"/>
          </ac:spMkLst>
        </pc:spChg>
        <pc:spChg chg="mod">
          <ac:chgData name="Priya Devi" userId="f79642f8c8d63a86" providerId="LiveId" clId="{FE8F0DB4-7590-421E-8C6D-23FEBE9CEC87}" dt="2026-08-13T13:56:43.531" v="376" actId="207"/>
          <ac:spMkLst>
            <pc:docMk/>
            <pc:sldMk cId="0" sldId="261"/>
            <ac:spMk id="35" creationId="{00000000-0000-0000-0000-000000000000}"/>
          </ac:spMkLst>
        </pc:spChg>
        <pc:spChg chg="mod">
          <ac:chgData name="Priya Devi" userId="f79642f8c8d63a86" providerId="LiveId" clId="{FE8F0DB4-7590-421E-8C6D-23FEBE9CEC87}" dt="2026-08-13T13:58:30.309" v="380" actId="1076"/>
          <ac:spMkLst>
            <pc:docMk/>
            <pc:sldMk cId="0" sldId="261"/>
            <ac:spMk id="38" creationId="{00000000-0000-0000-0000-000000000000}"/>
          </ac:spMkLst>
        </pc:spChg>
        <pc:spChg chg="mod">
          <ac:chgData name="Priya Devi" userId="f79642f8c8d63a86" providerId="LiveId" clId="{FE8F0DB4-7590-421E-8C6D-23FEBE9CEC87}" dt="2026-08-13T14:05:39.036" v="428" actId="207"/>
          <ac:spMkLst>
            <pc:docMk/>
            <pc:sldMk cId="0" sldId="261"/>
            <ac:spMk id="41" creationId="{00000000-0000-0000-0000-000000000000}"/>
          </ac:spMkLst>
        </pc:spChg>
        <pc:spChg chg="add mod">
          <ac:chgData name="Priya Devi" userId="f79642f8c8d63a86" providerId="LiveId" clId="{FE8F0DB4-7590-421E-8C6D-23FEBE9CEC87}" dt="2026-08-11T14:06:17.880" v="303" actId="1076"/>
          <ac:spMkLst>
            <pc:docMk/>
            <pc:sldMk cId="0" sldId="261"/>
            <ac:spMk id="48" creationId="{58774552-CF18-C51E-583B-2D8FC0686064}"/>
          </ac:spMkLst>
        </pc:spChg>
        <pc:spChg chg="add mod">
          <ac:chgData name="Priya Devi" userId="f79642f8c8d63a86" providerId="LiveId" clId="{FE8F0DB4-7590-421E-8C6D-23FEBE9CEC87}" dt="2026-08-11T14:09:13.087" v="341" actId="14100"/>
          <ac:spMkLst>
            <pc:docMk/>
            <pc:sldMk cId="0" sldId="261"/>
            <ac:spMk id="50" creationId="{561ACEF0-B8A1-901E-1CFD-46350A0CA702}"/>
          </ac:spMkLst>
        </pc:spChg>
        <pc:spChg chg="add mod">
          <ac:chgData name="Priya Devi" userId="f79642f8c8d63a86" providerId="LiveId" clId="{FE8F0DB4-7590-421E-8C6D-23FEBE9CEC87}" dt="2026-08-11T14:09:20.267" v="343" actId="14100"/>
          <ac:spMkLst>
            <pc:docMk/>
            <pc:sldMk cId="0" sldId="261"/>
            <ac:spMk id="56" creationId="{268008C8-EBE1-B70E-400C-F294A9E8B8BC}"/>
          </ac:spMkLst>
        </pc:spChg>
        <pc:picChg chg="mod">
          <ac:chgData name="Priya Devi" userId="f79642f8c8d63a86" providerId="LiveId" clId="{FE8F0DB4-7590-421E-8C6D-23FEBE9CEC87}" dt="2026-08-11T14:06:44.868" v="309" actId="1076"/>
          <ac:picMkLst>
            <pc:docMk/>
            <pc:sldMk cId="0" sldId="261"/>
            <ac:picMk id="21" creationId="{00000000-0000-0000-0000-000000000000}"/>
          </ac:picMkLst>
        </pc:picChg>
        <pc:picChg chg="add mod">
          <ac:chgData name="Priya Devi" userId="f79642f8c8d63a86" providerId="LiveId" clId="{FE8F0DB4-7590-421E-8C6D-23FEBE9CEC87}" dt="2026-08-11T14:04:57.053" v="284" actId="1076"/>
          <ac:picMkLst>
            <pc:docMk/>
            <pc:sldMk cId="0" sldId="261"/>
            <ac:picMk id="45" creationId="{5611E83E-187B-30FF-2DDE-8178B40C3697}"/>
          </ac:picMkLst>
        </pc:picChg>
      </pc:sldChg>
      <pc:sldChg chg="addSp delSp modSp new del mod">
        <pc:chgData name="Priya Devi" userId="f79642f8c8d63a86" providerId="LiveId" clId="{FE8F0DB4-7590-421E-8C6D-23FEBE9CEC87}" dt="2026-08-13T13:46:33.046" v="361" actId="47"/>
        <pc:sldMkLst>
          <pc:docMk/>
          <pc:sldMk cId="2700871685" sldId="262"/>
        </pc:sldMkLst>
        <pc:spChg chg="add del mod">
          <ac:chgData name="Priya Devi" userId="f79642f8c8d63a86" providerId="LiveId" clId="{FE8F0DB4-7590-421E-8C6D-23FEBE9CEC87}" dt="2026-08-13T13:20:25.064" v="347"/>
          <ac:spMkLst>
            <pc:docMk/>
            <pc:sldMk cId="2700871685" sldId="262"/>
            <ac:spMk id="2" creationId="{39D3AA89-77E3-BF65-CC55-E75425A3A8A2}"/>
          </ac:spMkLst>
        </pc:spChg>
      </pc:sldChg>
      <pc:sldChg chg="addSp delSp new del mod">
        <pc:chgData name="Priya Devi" userId="f79642f8c8d63a86" providerId="LiveId" clId="{FE8F0DB4-7590-421E-8C6D-23FEBE9CEC87}" dt="2026-08-13T14:42:28.968" v="646" actId="47"/>
        <pc:sldMkLst>
          <pc:docMk/>
          <pc:sldMk cId="4054653211" sldId="262"/>
        </pc:sldMkLst>
        <pc:spChg chg="add del">
          <ac:chgData name="Priya Devi" userId="f79642f8c8d63a86" providerId="LiveId" clId="{FE8F0DB4-7590-421E-8C6D-23FEBE9CEC87}" dt="2026-08-13T14:41:35.268" v="629" actId="478"/>
          <ac:spMkLst>
            <pc:docMk/>
            <pc:sldMk cId="4054653211" sldId="262"/>
            <ac:spMk id="3" creationId="{4DC24CC0-B851-9B5A-4918-123269868043}"/>
          </ac:spMkLst>
        </pc:spChg>
      </pc:sldChg>
      <pc:sldChg chg="addSp delSp modSp add mod setBg">
        <pc:chgData name="Priya Devi" userId="f79642f8c8d63a86" providerId="LiveId" clId="{FE8F0DB4-7590-421E-8C6D-23FEBE9CEC87}" dt="2026-08-13T14:52:04.560" v="677" actId="14100"/>
        <pc:sldMkLst>
          <pc:docMk/>
          <pc:sldMk cId="467692947" sldId="263"/>
        </pc:sldMkLst>
        <pc:spChg chg="del">
          <ac:chgData name="Priya Devi" userId="f79642f8c8d63a86" providerId="LiveId" clId="{FE8F0DB4-7590-421E-8C6D-23FEBE9CEC87}" dt="2026-08-13T14:42:04.642" v="637" actId="478"/>
          <ac:spMkLst>
            <pc:docMk/>
            <pc:sldMk cId="467692947" sldId="263"/>
            <ac:spMk id="3" creationId="{F83A29F9-4498-1020-794E-2BB4F7DF846B}"/>
          </ac:spMkLst>
        </pc:spChg>
        <pc:spChg chg="del">
          <ac:chgData name="Priya Devi" userId="f79642f8c8d63a86" providerId="LiveId" clId="{FE8F0DB4-7590-421E-8C6D-23FEBE9CEC87}" dt="2026-08-13T14:42:01.404" v="636" actId="478"/>
          <ac:spMkLst>
            <pc:docMk/>
            <pc:sldMk cId="467692947" sldId="263"/>
            <ac:spMk id="4" creationId="{C52A6E9D-F472-F972-391D-DB1432486BBB}"/>
          </ac:spMkLst>
        </pc:spChg>
        <pc:spChg chg="del">
          <ac:chgData name="Priya Devi" userId="f79642f8c8d63a86" providerId="LiveId" clId="{FE8F0DB4-7590-421E-8C6D-23FEBE9CEC87}" dt="2026-08-13T14:41:44.618" v="631" actId="478"/>
          <ac:spMkLst>
            <pc:docMk/>
            <pc:sldMk cId="467692947" sldId="263"/>
            <ac:spMk id="5" creationId="{282577DB-61A9-E451-A824-2DA0585040B8}"/>
          </ac:spMkLst>
        </pc:spChg>
        <pc:spChg chg="del">
          <ac:chgData name="Priya Devi" userId="f79642f8c8d63a86" providerId="LiveId" clId="{FE8F0DB4-7590-421E-8C6D-23FEBE9CEC87}" dt="2026-08-13T14:42:10.211" v="639" actId="478"/>
          <ac:spMkLst>
            <pc:docMk/>
            <pc:sldMk cId="467692947" sldId="263"/>
            <ac:spMk id="6" creationId="{A8922A4D-AC67-EFDF-2FF6-036DDD3ED001}"/>
          </ac:spMkLst>
        </pc:spChg>
        <pc:spChg chg="del">
          <ac:chgData name="Priya Devi" userId="f79642f8c8d63a86" providerId="LiveId" clId="{FE8F0DB4-7590-421E-8C6D-23FEBE9CEC87}" dt="2026-08-13T14:41:57.737" v="635" actId="478"/>
          <ac:spMkLst>
            <pc:docMk/>
            <pc:sldMk cId="467692947" sldId="263"/>
            <ac:spMk id="8" creationId="{64970907-5B66-478D-55F6-550471EF1894}"/>
          </ac:spMkLst>
        </pc:spChg>
        <pc:spChg chg="del">
          <ac:chgData name="Priya Devi" userId="f79642f8c8d63a86" providerId="LiveId" clId="{FE8F0DB4-7590-421E-8C6D-23FEBE9CEC87}" dt="2026-08-13T14:41:53.539" v="634" actId="478"/>
          <ac:spMkLst>
            <pc:docMk/>
            <pc:sldMk cId="467692947" sldId="263"/>
            <ac:spMk id="9" creationId="{3973A74B-4C98-B129-3934-25DA7A26BF5F}"/>
          </ac:spMkLst>
        </pc:spChg>
        <pc:spChg chg="del mod">
          <ac:chgData name="Priya Devi" userId="f79642f8c8d63a86" providerId="LiveId" clId="{FE8F0DB4-7590-421E-8C6D-23FEBE9CEC87}" dt="2026-08-13T14:41:50.250" v="633" actId="478"/>
          <ac:spMkLst>
            <pc:docMk/>
            <pc:sldMk cId="467692947" sldId="263"/>
            <ac:spMk id="10" creationId="{C2E892D3-78B9-AE63-C6DD-985C2D574C50}"/>
          </ac:spMkLst>
        </pc:spChg>
        <pc:spChg chg="del">
          <ac:chgData name="Priya Devi" userId="f79642f8c8d63a86" providerId="LiveId" clId="{FE8F0DB4-7590-421E-8C6D-23FEBE9CEC87}" dt="2026-08-13T14:42:21.411" v="644" actId="478"/>
          <ac:spMkLst>
            <pc:docMk/>
            <pc:sldMk cId="467692947" sldId="263"/>
            <ac:spMk id="11" creationId="{3D052337-8071-AF56-9F2D-F5C3280EECC6}"/>
          </ac:spMkLst>
        </pc:spChg>
        <pc:spChg chg="del mod">
          <ac:chgData name="Priya Devi" userId="f79642f8c8d63a86" providerId="LiveId" clId="{FE8F0DB4-7590-421E-8C6D-23FEBE9CEC87}" dt="2026-08-13T14:42:14.292" v="641" actId="478"/>
          <ac:spMkLst>
            <pc:docMk/>
            <pc:sldMk cId="467692947" sldId="263"/>
            <ac:spMk id="12" creationId="{7A8B3486-C74E-4150-50D7-90B027396738}"/>
          </ac:spMkLst>
        </pc:spChg>
        <pc:spChg chg="del">
          <ac:chgData name="Priya Devi" userId="f79642f8c8d63a86" providerId="LiveId" clId="{FE8F0DB4-7590-421E-8C6D-23FEBE9CEC87}" dt="2026-08-13T14:42:18.196" v="643" actId="478"/>
          <ac:spMkLst>
            <pc:docMk/>
            <pc:sldMk cId="467692947" sldId="263"/>
            <ac:spMk id="13" creationId="{0BE13A15-6A10-88CF-BC0A-87D98FC51A65}"/>
          </ac:spMkLst>
        </pc:spChg>
        <pc:spChg chg="del">
          <ac:chgData name="Priya Devi" userId="f79642f8c8d63a86" providerId="LiveId" clId="{FE8F0DB4-7590-421E-8C6D-23FEBE9CEC87}" dt="2026-08-13T14:42:41.600" v="650" actId="478"/>
          <ac:spMkLst>
            <pc:docMk/>
            <pc:sldMk cId="467692947" sldId="263"/>
            <ac:spMk id="15" creationId="{7E629148-45FC-E5A8-DB1D-E09FFC1F15C9}"/>
          </ac:spMkLst>
        </pc:spChg>
        <pc:spChg chg="del">
          <ac:chgData name="Priya Devi" userId="f79642f8c8d63a86" providerId="LiveId" clId="{FE8F0DB4-7590-421E-8C6D-23FEBE9CEC87}" dt="2026-08-13T14:42:33.448" v="647" actId="478"/>
          <ac:spMkLst>
            <pc:docMk/>
            <pc:sldMk cId="467692947" sldId="263"/>
            <ac:spMk id="16" creationId="{CFA7680B-ED26-EA00-E4DB-4A06E0722906}"/>
          </ac:spMkLst>
        </pc:spChg>
        <pc:spChg chg="del">
          <ac:chgData name="Priya Devi" userId="f79642f8c8d63a86" providerId="LiveId" clId="{FE8F0DB4-7590-421E-8C6D-23FEBE9CEC87}" dt="2026-08-13T14:42:26.516" v="645" actId="478"/>
          <ac:spMkLst>
            <pc:docMk/>
            <pc:sldMk cId="467692947" sldId="263"/>
            <ac:spMk id="17" creationId="{917B3AEC-5EE1-3E04-A399-F2767D507694}"/>
          </ac:spMkLst>
        </pc:spChg>
        <pc:spChg chg="del">
          <ac:chgData name="Priya Devi" userId="f79642f8c8d63a86" providerId="LiveId" clId="{FE8F0DB4-7590-421E-8C6D-23FEBE9CEC87}" dt="2026-08-13T14:42:58.114" v="656" actId="478"/>
          <ac:spMkLst>
            <pc:docMk/>
            <pc:sldMk cId="467692947" sldId="263"/>
            <ac:spMk id="18" creationId="{6C55C56C-030F-87A9-6460-B0B673B1A785}"/>
          </ac:spMkLst>
        </pc:spChg>
        <pc:spChg chg="del">
          <ac:chgData name="Priya Devi" userId="f79642f8c8d63a86" providerId="LiveId" clId="{FE8F0DB4-7590-421E-8C6D-23FEBE9CEC87}" dt="2026-08-13T14:42:37.954" v="649" actId="478"/>
          <ac:spMkLst>
            <pc:docMk/>
            <pc:sldMk cId="467692947" sldId="263"/>
            <ac:spMk id="19" creationId="{776DB3CC-1495-8C8B-766F-AE85775A752D}"/>
          </ac:spMkLst>
        </pc:spChg>
        <pc:spChg chg="del">
          <ac:chgData name="Priya Devi" userId="f79642f8c8d63a86" providerId="LiveId" clId="{FE8F0DB4-7590-421E-8C6D-23FEBE9CEC87}" dt="2026-08-13T14:42:43.777" v="651" actId="478"/>
          <ac:spMkLst>
            <pc:docMk/>
            <pc:sldMk cId="467692947" sldId="263"/>
            <ac:spMk id="20" creationId="{FEB4D2EB-1640-916F-8406-E922E47E014C}"/>
          </ac:spMkLst>
        </pc:spChg>
        <pc:spChg chg="del">
          <ac:chgData name="Priya Devi" userId="f79642f8c8d63a86" providerId="LiveId" clId="{FE8F0DB4-7590-421E-8C6D-23FEBE9CEC87}" dt="2026-08-13T14:42:55.598" v="655" actId="478"/>
          <ac:spMkLst>
            <pc:docMk/>
            <pc:sldMk cId="467692947" sldId="263"/>
            <ac:spMk id="22" creationId="{26D98EEE-5BC1-5B55-C3A2-232AD5846678}"/>
          </ac:spMkLst>
        </pc:spChg>
        <pc:spChg chg="del">
          <ac:chgData name="Priya Devi" userId="f79642f8c8d63a86" providerId="LiveId" clId="{FE8F0DB4-7590-421E-8C6D-23FEBE9CEC87}" dt="2026-08-13T14:42:49.213" v="653" actId="478"/>
          <ac:spMkLst>
            <pc:docMk/>
            <pc:sldMk cId="467692947" sldId="263"/>
            <ac:spMk id="23" creationId="{52D994A1-C412-8398-1592-0EFEBCEB2570}"/>
          </ac:spMkLst>
        </pc:spChg>
        <pc:spChg chg="del">
          <ac:chgData name="Priya Devi" userId="f79642f8c8d63a86" providerId="LiveId" clId="{FE8F0DB4-7590-421E-8C6D-23FEBE9CEC87}" dt="2026-08-13T14:42:52.533" v="654" actId="478"/>
          <ac:spMkLst>
            <pc:docMk/>
            <pc:sldMk cId="467692947" sldId="263"/>
            <ac:spMk id="24" creationId="{1F2B4399-2012-9ABF-DE8E-6C295B7BC674}"/>
          </ac:spMkLst>
        </pc:spChg>
        <pc:spChg chg="del">
          <ac:chgData name="Priya Devi" userId="f79642f8c8d63a86" providerId="LiveId" clId="{FE8F0DB4-7590-421E-8C6D-23FEBE9CEC87}" dt="2026-08-13T14:43:00.293" v="657" actId="478"/>
          <ac:spMkLst>
            <pc:docMk/>
            <pc:sldMk cId="467692947" sldId="263"/>
            <ac:spMk id="25" creationId="{F4A820C4-485B-153D-8EC6-F00F386F90AF}"/>
          </ac:spMkLst>
        </pc:spChg>
        <pc:picChg chg="del">
          <ac:chgData name="Priya Devi" userId="f79642f8c8d63a86" providerId="LiveId" clId="{FE8F0DB4-7590-421E-8C6D-23FEBE9CEC87}" dt="2026-08-13T14:42:07.688" v="638" actId="478"/>
          <ac:picMkLst>
            <pc:docMk/>
            <pc:sldMk cId="467692947" sldId="263"/>
            <ac:picMk id="7" creationId="{6E57BE8E-E121-E5A1-0C6D-A3474663B531}"/>
          </ac:picMkLst>
        </pc:picChg>
        <pc:picChg chg="del">
          <ac:chgData name="Priya Devi" userId="f79642f8c8d63a86" providerId="LiveId" clId="{FE8F0DB4-7590-421E-8C6D-23FEBE9CEC87}" dt="2026-08-13T14:42:16.591" v="642" actId="478"/>
          <ac:picMkLst>
            <pc:docMk/>
            <pc:sldMk cId="467692947" sldId="263"/>
            <ac:picMk id="14" creationId="{24F73DC5-E23D-A0A3-8344-A677403D2D77}"/>
          </ac:picMkLst>
        </pc:picChg>
        <pc:picChg chg="del mod">
          <ac:chgData name="Priya Devi" userId="f79642f8c8d63a86" providerId="LiveId" clId="{FE8F0DB4-7590-421E-8C6D-23FEBE9CEC87}" dt="2026-08-13T14:42:45.345" v="652" actId="478"/>
          <ac:picMkLst>
            <pc:docMk/>
            <pc:sldMk cId="467692947" sldId="263"/>
            <ac:picMk id="21" creationId="{9162E93A-91F5-E58B-7075-191547CA5255}"/>
          </ac:picMkLst>
        </pc:picChg>
        <pc:picChg chg="add mod modCrop">
          <ac:chgData name="Priya Devi" userId="f79642f8c8d63a86" providerId="LiveId" clId="{FE8F0DB4-7590-421E-8C6D-23FEBE9CEC87}" dt="2026-08-13T14:52:04.560" v="677" actId="14100"/>
          <ac:picMkLst>
            <pc:docMk/>
            <pc:sldMk cId="467692947" sldId="263"/>
            <ac:picMk id="29" creationId="{F601A414-9505-D1AD-D0C9-F08CEBA32F02}"/>
          </ac:picMkLst>
        </pc:picChg>
      </pc:sldChg>
      <pc:sldChg chg="new del">
        <pc:chgData name="Priya Devi" userId="f79642f8c8d63a86" providerId="LiveId" clId="{FE8F0DB4-7590-421E-8C6D-23FEBE9CEC87}" dt="2026-08-13T13:20:50.230" v="349" actId="47"/>
        <pc:sldMkLst>
          <pc:docMk/>
          <pc:sldMk cId="3630485900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203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0AF3B-9E53-0C6A-F4E8-4AFCD9B70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381221-16DD-1389-93DB-811A02CAB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28B951-AC9C-1EA0-E11D-A84527FD7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4AFBB-97FC-1949-18B6-F26340791B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9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554C8-8F98-0B6A-9279-8DCA98D7D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765778-F7A9-D575-B826-DF1E6469E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06E61B-59DA-A8A7-0EFB-60D2F861D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7E539-9A02-8C8E-CB8B-FCDDF6C2EF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697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BAF81-E4C3-C4CE-B377-7AAB89FA3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E57D1C-B7DF-BDBE-59FF-5BDEB610E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901102-71E9-0014-2179-FFEE3D622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43D15-CC51-9070-6042-B116011C4E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128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C37733-0296-9829-5DF6-87563E078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B6E2341C-4B71-04C8-2103-985F7029F980}"/>
              </a:ext>
            </a:extLst>
          </p:cNvPr>
          <p:cNvSpPr txBox="1"/>
          <p:nvPr/>
        </p:nvSpPr>
        <p:spPr>
          <a:xfrm>
            <a:off x="1857500" y="2582156"/>
            <a:ext cx="8476999" cy="1212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3500" b="1" dirty="0">
                <a:solidFill>
                  <a:schemeClr val="tx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Phishing Detection with Cloud and Database Logging</a:t>
            </a:r>
          </a:p>
        </p:txBody>
      </p:sp>
      <p:sp>
        <p:nvSpPr>
          <p:cNvPr id="31" name="Shape 5">
            <a:extLst>
              <a:ext uri="{FF2B5EF4-FFF2-40B4-BE49-F238E27FC236}">
                <a16:creationId xmlns:a16="http://schemas.microsoft.com/office/drawing/2014/main" id="{5DCEBD0C-37B8-7CB5-C6FD-FDD4798C4B1D}"/>
              </a:ext>
            </a:extLst>
          </p:cNvPr>
          <p:cNvSpPr/>
          <p:nvPr/>
        </p:nvSpPr>
        <p:spPr>
          <a:xfrm>
            <a:off x="5437671" y="3807428"/>
            <a:ext cx="575742" cy="45719"/>
          </a:xfrm>
          <a:prstGeom prst="rect">
            <a:avLst/>
          </a:prstGeom>
          <a:solidFill>
            <a:srgbClr val="E8703A"/>
          </a:solidFill>
          <a:ln/>
        </p:spPr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14D8BB-6BC7-E3CF-1A00-C477E665C92E}"/>
              </a:ext>
            </a:extLst>
          </p:cNvPr>
          <p:cNvSpPr txBox="1"/>
          <p:nvPr/>
        </p:nvSpPr>
        <p:spPr>
          <a:xfrm>
            <a:off x="982352" y="2402270"/>
            <a:ext cx="689998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3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76D0F5-3DF2-186F-847B-ECF34AF6E721}"/>
              </a:ext>
            </a:extLst>
          </p:cNvPr>
          <p:cNvSpPr txBox="1"/>
          <p:nvPr/>
        </p:nvSpPr>
        <p:spPr>
          <a:xfrm>
            <a:off x="4187857" y="5077675"/>
            <a:ext cx="307537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 algn="ctr"/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Priya Devi(02)</a:t>
            </a:r>
          </a:p>
          <a:p>
            <a:pPr algn="ctr"/>
            <a:r>
              <a:rPr lang="en-IN" sz="1900" b="1" dirty="0">
                <a:latin typeface="Cambria" panose="02040503050406030204" pitchFamily="18" charset="0"/>
                <a:ea typeface="Cambria" panose="02040503050406030204" pitchFamily="18" charset="0"/>
              </a:rPr>
              <a:t>Wahengbam Gonet Singh(18)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8AA97C2-FACE-D037-86F5-E4E594D22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9394" y="265752"/>
            <a:ext cx="6368038" cy="219512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88FEFE5-426A-5DBF-89DA-A8E8FDEC34BC}"/>
              </a:ext>
            </a:extLst>
          </p:cNvPr>
          <p:cNvSpPr txBox="1"/>
          <p:nvPr/>
        </p:nvSpPr>
        <p:spPr>
          <a:xfrm>
            <a:off x="3734804" y="3974425"/>
            <a:ext cx="398147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Under the guidance of :</a:t>
            </a:r>
          </a:p>
          <a:p>
            <a:pPr algn="ctr"/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Bidisha Goswami</a:t>
            </a:r>
          </a:p>
        </p:txBody>
      </p:sp>
    </p:spTree>
    <p:extLst>
      <p:ext uri="{BB962C8B-B14F-4D97-AF65-F5344CB8AC3E}">
        <p14:creationId xmlns:p14="http://schemas.microsoft.com/office/powerpoint/2010/main" val="259846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320040"/>
            <a:ext cx="169164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9875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threat this project is built to detect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38100" dir="5400000" algn="bl" rotWithShape="0">
              <a:srgbClr val="1B3A6B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011680"/>
            <a:ext cx="685800" cy="68580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7" name="Image 1" descr="assets/mail_1B3A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2167128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46120" y="19659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DE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960120" y="28803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fraudulent attempt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60120" y="3319272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made through email, to steal a person's sensitive personal information.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5843016"/>
            <a:ext cx="3429000" cy="54864"/>
          </a:xfrm>
          <a:prstGeom prst="rect">
            <a:avLst/>
          </a:prstGeom>
          <a:solidFill>
            <a:srgbClr val="E8703A"/>
          </a:solidFill>
          <a:ln/>
        </p:spPr>
      </p:sp>
      <p:sp>
        <p:nvSpPr>
          <p:cNvPr id="12" name="Shape 8"/>
          <p:cNvSpPr/>
          <p:nvPr/>
        </p:nvSpPr>
        <p:spPr>
          <a:xfrm>
            <a:off x="4389120" y="169164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38100" dir="5400000" algn="bl" rotWithShape="0">
              <a:srgbClr val="1B3A6B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09160" y="2011680"/>
            <a:ext cx="685800" cy="68580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14" name="Image 2" descr="assets/link_1B3A6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2167128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95160" y="19659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DE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4709160" y="28803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convincing fake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709160" y="3319272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page designed to act on behalf of a trusted third party, tricking the viewer into trusting a fraudulent source.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389120" y="5843016"/>
            <a:ext cx="3429000" cy="54864"/>
          </a:xfrm>
          <a:prstGeom prst="rect">
            <a:avLst/>
          </a:prstGeom>
          <a:solidFill>
            <a:srgbClr val="E8703A"/>
          </a:solidFill>
          <a:ln/>
        </p:spPr>
      </p:sp>
      <p:sp>
        <p:nvSpPr>
          <p:cNvPr id="19" name="Shape 14"/>
          <p:cNvSpPr/>
          <p:nvPr/>
        </p:nvSpPr>
        <p:spPr>
          <a:xfrm>
            <a:off x="8138160" y="169164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38100" dir="5400000" algn="bl" rotWithShape="0">
              <a:srgbClr val="1B3A6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58200" y="2011680"/>
            <a:ext cx="685800" cy="68580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21" name="Image 3" descr="assets/alertTriangle_1B3A6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648" y="216712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744200" y="19659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DE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8458200" y="28803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social attack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458200" y="3319272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Socially engineered to persuade users, via electronic channels, into performing actions that benefit the attacker.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8138160" y="5843016"/>
            <a:ext cx="3429000" cy="54864"/>
          </a:xfrm>
          <a:prstGeom prst="rect">
            <a:avLst/>
          </a:prstGeom>
          <a:solidFill>
            <a:srgbClr val="E8703A"/>
          </a:solidFill>
          <a:ln/>
        </p:spPr>
      </p:sp>
      <p:sp>
        <p:nvSpPr>
          <p:cNvPr id="26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Global University  •  Guwahati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320040"/>
            <a:ext cx="169164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9875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is designed to achieve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762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1947672"/>
            <a:ext cx="548640" cy="54864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7" name="Image 1" descr="assets/search_1B3A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075688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6112" y="260604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phishing URLs using machine learning techniques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416552" y="169164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762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672584" y="1947672"/>
            <a:ext cx="548640" cy="54864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11" name="Image 2" descr="assets/barChart_1B3A6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075688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72584" y="260604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250" b="1" dirty="0"/>
              <a:t>Analyze URL features and explain why a URL is classified as phishing or legitimate</a:t>
            </a:r>
            <a:r>
              <a:rPr lang="en-US" sz="1250" dirty="0"/>
              <a:t>.</a:t>
            </a:r>
          </a:p>
        </p:txBody>
      </p:sp>
      <p:sp>
        <p:nvSpPr>
          <p:cNvPr id="13" name="Shape 8"/>
          <p:cNvSpPr/>
          <p:nvPr/>
        </p:nvSpPr>
        <p:spPr>
          <a:xfrm>
            <a:off x="8193024" y="169164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762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8449056" y="1947672"/>
            <a:ext cx="548640" cy="54864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15" name="Image 3" descr="assets/cpuChip_1B3A6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7072" y="2075688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49056" y="260604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250" b="1" dirty="0"/>
              <a:t>Provide users with real-time phishing detection results</a:t>
            </a:r>
          </a:p>
        </p:txBody>
      </p:sp>
      <p:sp>
        <p:nvSpPr>
          <p:cNvPr id="17" name="Shape 11"/>
          <p:cNvSpPr/>
          <p:nvPr/>
        </p:nvSpPr>
        <p:spPr>
          <a:xfrm>
            <a:off x="640080" y="393192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762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96112" y="4187952"/>
            <a:ext cx="548640" cy="54864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19" name="Image 4" descr="assets/userCheck_1B3A6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" y="4315968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96112" y="484632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250" b="1" dirty="0"/>
              <a:t>Allow users to create accounts and view their scan history.</a:t>
            </a:r>
          </a:p>
        </p:txBody>
      </p:sp>
      <p:sp>
        <p:nvSpPr>
          <p:cNvPr id="21" name="Shape 14"/>
          <p:cNvSpPr/>
          <p:nvPr/>
        </p:nvSpPr>
        <p:spPr>
          <a:xfrm>
            <a:off x="4335780" y="3753612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762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4672584" y="4187952"/>
            <a:ext cx="548640" cy="54864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23" name="Image 5" descr="assets/database_1B3A6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4315968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672584" y="484632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250" b="1" dirty="0"/>
              <a:t>Display phishing analytics and provide an admin panel for monitoring trends</a:t>
            </a:r>
            <a:r>
              <a:rPr lang="en-US" sz="1250" dirty="0"/>
              <a:t>.</a:t>
            </a:r>
          </a:p>
        </p:txBody>
      </p:sp>
      <p:sp>
        <p:nvSpPr>
          <p:cNvPr id="25" name="Shape 17"/>
          <p:cNvSpPr/>
          <p:nvPr/>
        </p:nvSpPr>
        <p:spPr>
          <a:xfrm>
            <a:off x="8193024" y="393192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762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8449056" y="4187952"/>
            <a:ext cx="548640" cy="54864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27" name="Image 6" descr="assets/cloud_1B3A6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7072" y="4315968"/>
            <a:ext cx="292608" cy="29260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449056" y="484632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system on cloud platforms for accessibility</a:t>
            </a:r>
            <a:endParaRPr lang="en-US" sz="1250" dirty="0"/>
          </a:p>
        </p:txBody>
      </p:sp>
      <p:sp>
        <p:nvSpPr>
          <p:cNvPr id="29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Global University  •  Guwahati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320040"/>
            <a:ext cx="169164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Feasibility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proposed system is practical to build and deploy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762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FCE8DC"/>
          </a:solidFill>
          <a:ln/>
        </p:spPr>
      </p:sp>
      <p:pic>
        <p:nvPicPr>
          <p:cNvPr id="7" name="Image 1" descr="assets/code_E870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202996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18928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Machine Learning Model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68680" y="24688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050" dirty="0"/>
              <a:t>Use Python and Scikit-learn to train a phishing URL classification model using features extracted from URLs</a:t>
            </a:r>
          </a:p>
        </p:txBody>
      </p:sp>
      <p:sp>
        <p:nvSpPr>
          <p:cNvPr id="10" name="Shape 6"/>
          <p:cNvSpPr/>
          <p:nvPr/>
        </p:nvSpPr>
        <p:spPr>
          <a:xfrm>
            <a:off x="4416552" y="169164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762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45152" y="1920240"/>
            <a:ext cx="457200" cy="457200"/>
          </a:xfrm>
          <a:prstGeom prst="ellipse">
            <a:avLst/>
          </a:prstGeom>
          <a:solidFill>
            <a:srgbClr val="FCE8DC"/>
          </a:solidFill>
          <a:ln/>
        </p:spPr>
      </p:sp>
      <p:pic>
        <p:nvPicPr>
          <p:cNvPr id="12" name="Image 2" descr="assets/cpu_E870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02996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39512" y="18928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Application Development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645152" y="24688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0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Flask to develop the web application, including URL scanning, user registration, login, and result display.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8193024" y="169164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762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421624" y="1920240"/>
            <a:ext cx="457200" cy="457200"/>
          </a:xfrm>
          <a:prstGeom prst="ellipse">
            <a:avLst/>
          </a:prstGeom>
          <a:solidFill>
            <a:srgbClr val="FCE8DC"/>
          </a:solidFill>
          <a:ln/>
        </p:spPr>
      </p:sp>
      <p:pic>
        <p:nvPicPr>
          <p:cNvPr id="17" name="Image 3" descr="assets/package_E870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352" y="202996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15984" y="18928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Database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421624" y="24688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050" dirty="0"/>
              <a:t>Use a cloud database to securely store scan results, user accounts, timestamps, and scan history</a:t>
            </a:r>
          </a:p>
        </p:txBody>
      </p:sp>
      <p:sp>
        <p:nvSpPr>
          <p:cNvPr id="20" name="Shape 14"/>
          <p:cNvSpPr/>
          <p:nvPr/>
        </p:nvSpPr>
        <p:spPr>
          <a:xfrm>
            <a:off x="640080" y="352044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762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68680" y="3749040"/>
            <a:ext cx="457200" cy="457200"/>
          </a:xfrm>
          <a:prstGeom prst="ellipse">
            <a:avLst/>
          </a:prstGeom>
          <a:solidFill>
            <a:srgbClr val="FCE8DC"/>
          </a:solidFill>
          <a:ln/>
        </p:spPr>
      </p:sp>
      <p:pic>
        <p:nvPicPr>
          <p:cNvPr id="22" name="Image 4" descr="assets/server_E8703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408" y="385876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37216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Results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868680" y="42976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050" dirty="0"/>
              <a:t>The system can show important URL features and reasons, such as suspicious symbols, excessive URL length, or missing HTTPS, to explain the prediction</a:t>
            </a:r>
          </a:p>
        </p:txBody>
      </p:sp>
      <p:sp>
        <p:nvSpPr>
          <p:cNvPr id="25" name="Shape 18"/>
          <p:cNvSpPr/>
          <p:nvPr/>
        </p:nvSpPr>
        <p:spPr>
          <a:xfrm>
            <a:off x="4416552" y="352044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762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645152" y="3749040"/>
            <a:ext cx="457200" cy="457200"/>
          </a:xfrm>
          <a:prstGeom prst="ellipse">
            <a:avLst/>
          </a:prstGeom>
          <a:solidFill>
            <a:srgbClr val="FCE8DC"/>
          </a:solidFill>
          <a:ln/>
        </p:spPr>
      </p:sp>
      <p:pic>
        <p:nvPicPr>
          <p:cNvPr id="27" name="Image 5" descr="assets/database_E8703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3858768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239512" y="37216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Admin Panel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4645152" y="42976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050" dirty="0"/>
              <a:t>Use HTML, CSS, Bootstrap, and JavaScript to create dashboards for scan analytics and an admin panel for monitoring phishing trends</a:t>
            </a:r>
          </a:p>
        </p:txBody>
      </p:sp>
      <p:sp>
        <p:nvSpPr>
          <p:cNvPr id="30" name="Shape 22"/>
          <p:cNvSpPr/>
          <p:nvPr/>
        </p:nvSpPr>
        <p:spPr>
          <a:xfrm>
            <a:off x="8193024" y="352044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762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3"/>
          <p:cNvSpPr/>
          <p:nvPr/>
        </p:nvSpPr>
        <p:spPr>
          <a:xfrm>
            <a:off x="8421624" y="3749040"/>
            <a:ext cx="457200" cy="457200"/>
          </a:xfrm>
          <a:prstGeom prst="ellipse">
            <a:avLst/>
          </a:prstGeom>
          <a:solidFill>
            <a:srgbClr val="FCE8DC"/>
          </a:solidFill>
          <a:ln/>
        </p:spPr>
      </p:sp>
      <p:pic>
        <p:nvPicPr>
          <p:cNvPr id="32" name="Image 6" descr="assets/checkCircle_E8703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1352" y="385876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015984" y="37216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400" b="1" dirty="0">
                <a:solidFill>
                  <a:srgbClr val="003466"/>
                </a:solidFill>
              </a:rPr>
              <a:t>Online Deployment</a:t>
            </a:r>
          </a:p>
        </p:txBody>
      </p:sp>
      <p:sp>
        <p:nvSpPr>
          <p:cNvPr id="34" name="Text 25"/>
          <p:cNvSpPr/>
          <p:nvPr/>
        </p:nvSpPr>
        <p:spPr>
          <a:xfrm>
            <a:off x="8421624" y="42976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050" dirty="0"/>
              <a:t>The application can be deployed on cloud hosting platforms, making it accessible online for demonstration and testing</a:t>
            </a:r>
          </a:p>
        </p:txBody>
      </p:sp>
      <p:sp>
        <p:nvSpPr>
          <p:cNvPr id="37" name="Text 2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Global University  •  Guwahati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320040"/>
            <a:ext cx="169164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pipeline, from raw data to live prediction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1485900" y="2560320"/>
            <a:ext cx="9189720" cy="0"/>
          </a:xfrm>
          <a:prstGeom prst="line">
            <a:avLst/>
          </a:prstGeom>
          <a:noFill/>
          <a:ln w="25400">
            <a:solidFill>
              <a:srgbClr val="C7D0DE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1188720" y="1965960"/>
            <a:ext cx="594360" cy="594360"/>
          </a:xfrm>
          <a:prstGeom prst="ellipse">
            <a:avLst/>
          </a:prstGeom>
          <a:solidFill>
            <a:srgbClr val="1B3A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48113" y="2966668"/>
            <a:ext cx="1691640" cy="2240280"/>
          </a:xfrm>
          <a:prstGeom prst="roundRect">
            <a:avLst>
              <a:gd name="adj" fmla="val 3243"/>
            </a:avLst>
          </a:prstGeom>
          <a:solidFill>
            <a:srgbClr val="002060"/>
          </a:solidFill>
          <a:ln/>
          <a:effectLst>
            <a:outerShdw blurRad="762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9" name="Image 1" descr="assets/datab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2164" y="312724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354787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77240" y="406908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preprocess phishing and legitimate URL datasets.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026664" y="1965960"/>
            <a:ext cx="594360" cy="594360"/>
          </a:xfrm>
          <a:prstGeom prst="ellipse">
            <a:avLst/>
          </a:prstGeom>
          <a:solidFill>
            <a:srgbClr val="E870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26664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2508885" y="2948940"/>
            <a:ext cx="1691640" cy="2240280"/>
          </a:xfrm>
          <a:prstGeom prst="roundRect">
            <a:avLst>
              <a:gd name="adj" fmla="val 3243"/>
            </a:avLst>
          </a:prstGeom>
          <a:solidFill>
            <a:srgbClr val="E8703A"/>
          </a:solidFill>
          <a:ln/>
          <a:effectLst>
            <a:outerShdw blurRad="762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6" name="Text 11"/>
          <p:cNvSpPr/>
          <p:nvPr/>
        </p:nvSpPr>
        <p:spPr>
          <a:xfrm flipH="1">
            <a:off x="4559808" y="3547872"/>
            <a:ext cx="131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Training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720543" y="4526279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SVM, Random Forest &amp; Gradient Boosting using Scikit-learn.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864608" y="1965960"/>
            <a:ext cx="594360" cy="594360"/>
          </a:xfrm>
          <a:prstGeom prst="ellipse">
            <a:avLst/>
          </a:prstGeom>
          <a:solidFill>
            <a:srgbClr val="1B3A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864608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4346449" y="2941319"/>
            <a:ext cx="1691640" cy="2240280"/>
          </a:xfrm>
          <a:prstGeom prst="roundRect">
            <a:avLst>
              <a:gd name="adj" fmla="val 3243"/>
            </a:avLst>
          </a:prstGeom>
          <a:solidFill>
            <a:srgbClr val="1B3A6B"/>
          </a:solidFill>
          <a:ln/>
          <a:effectLst>
            <a:outerShdw blurRad="76200" dist="25400" dir="5400000" algn="bl" rotWithShape="0">
              <a:srgbClr val="1B3A6B">
                <a:alpha val="15000"/>
              </a:srgbClr>
            </a:outerShdw>
          </a:effectLst>
        </p:spPr>
      </p:sp>
      <p:pic>
        <p:nvPicPr>
          <p:cNvPr id="21" name="Image 3" descr="assets/filt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1837" y="3136813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567085" y="350485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Extraction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702552" y="1965960"/>
            <a:ext cx="594360" cy="594360"/>
          </a:xfrm>
          <a:prstGeom prst="ellipse">
            <a:avLst/>
          </a:prstGeom>
          <a:solidFill>
            <a:srgbClr val="E870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702552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6153912" y="2926080"/>
            <a:ext cx="1691640" cy="2240280"/>
          </a:xfrm>
          <a:prstGeom prst="roundRect">
            <a:avLst>
              <a:gd name="adj" fmla="val 3243"/>
            </a:avLst>
          </a:prstGeom>
          <a:solidFill>
            <a:srgbClr val="E8703A"/>
          </a:solidFill>
          <a:ln/>
          <a:effectLst>
            <a:outerShdw blurRad="76200" dist="25400" dir="5400000" algn="bl" rotWithShape="0">
              <a:srgbClr val="1B3A6B">
                <a:alpha val="15000"/>
              </a:srgbClr>
            </a:outerShdw>
          </a:effectLst>
        </p:spPr>
      </p:sp>
      <p:pic>
        <p:nvPicPr>
          <p:cNvPr id="27" name="Image 4" descr="assets/serve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5996" y="312724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245352" y="354787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(Flask)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6291072" y="406908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user requests, perform predictions, and manage user authentication..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8540496" y="1965960"/>
            <a:ext cx="594360" cy="594360"/>
          </a:xfrm>
          <a:prstGeom prst="ellipse">
            <a:avLst/>
          </a:prstGeom>
          <a:solidFill>
            <a:srgbClr val="1B3A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8540496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25"/>
          <p:cNvSpPr/>
          <p:nvPr/>
        </p:nvSpPr>
        <p:spPr>
          <a:xfrm>
            <a:off x="7991856" y="2926080"/>
            <a:ext cx="1691640" cy="2240280"/>
          </a:xfrm>
          <a:prstGeom prst="roundRect">
            <a:avLst>
              <a:gd name="adj" fmla="val 3243"/>
            </a:avLst>
          </a:prstGeom>
          <a:solidFill>
            <a:srgbClr val="1B3A6B"/>
          </a:solidFill>
          <a:ln/>
          <a:effectLst>
            <a:outerShdw blurRad="762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33" name="Image 5" descr="assets/datab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940" y="3127248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083296" y="354787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Analytics)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8129016" y="406908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chemeClr val="bg1"/>
                </a:solidFill>
              </a:rPr>
              <a:t> Display scan history, phishing statistics, and trends for users and admins</a:t>
            </a:r>
          </a:p>
        </p:txBody>
      </p:sp>
      <p:sp>
        <p:nvSpPr>
          <p:cNvPr id="36" name="Shape 28"/>
          <p:cNvSpPr/>
          <p:nvPr/>
        </p:nvSpPr>
        <p:spPr>
          <a:xfrm>
            <a:off x="10378440" y="1965960"/>
            <a:ext cx="594360" cy="594360"/>
          </a:xfrm>
          <a:prstGeom prst="ellipse">
            <a:avLst/>
          </a:prstGeom>
          <a:solidFill>
            <a:srgbClr val="E870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1037844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Shape 30"/>
          <p:cNvSpPr/>
          <p:nvPr/>
        </p:nvSpPr>
        <p:spPr>
          <a:xfrm>
            <a:off x="9868989" y="2926080"/>
            <a:ext cx="1691640" cy="2240280"/>
          </a:xfrm>
          <a:prstGeom prst="roundRect">
            <a:avLst>
              <a:gd name="adj" fmla="val 3243"/>
            </a:avLst>
          </a:prstGeom>
          <a:solidFill>
            <a:srgbClr val="E8703A"/>
          </a:solidFill>
          <a:ln/>
          <a:effectLst>
            <a:outerShdw blurRad="76200" dist="25400" dir="5400000" algn="bl" rotWithShape="0">
              <a:srgbClr val="1B3A6B">
                <a:alpha val="15000"/>
              </a:srgbClr>
            </a:outerShdw>
          </a:effectLst>
        </p:spPr>
      </p:sp>
      <p:pic>
        <p:nvPicPr>
          <p:cNvPr id="39" name="Image 6" descr="assets/clou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1884" y="3127248"/>
            <a:ext cx="347472" cy="34747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9921240" y="354787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Deployment</a:t>
            </a:r>
            <a:endParaRPr lang="en-US" sz="1250" dirty="0"/>
          </a:p>
        </p:txBody>
      </p:sp>
      <p:sp>
        <p:nvSpPr>
          <p:cNvPr id="41" name="Text 32"/>
          <p:cNvSpPr/>
          <p:nvPr/>
        </p:nvSpPr>
        <p:spPr>
          <a:xfrm>
            <a:off x="9966960" y="406908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chemeClr val="bg1"/>
                </a:solidFill>
              </a:rPr>
              <a:t>Deploy the web application and ML model using free cloud hosting for online access</a:t>
            </a:r>
            <a:r>
              <a:rPr lang="en-US" sz="950" dirty="0"/>
              <a:t>.</a:t>
            </a:r>
          </a:p>
        </p:txBody>
      </p:sp>
      <p:sp>
        <p:nvSpPr>
          <p:cNvPr id="42" name="Text 3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Global University  •  Guwahati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45" name="Image 2" descr="assets/cpu_FFFFFF.png">
            <a:extLst>
              <a:ext uri="{FF2B5EF4-FFF2-40B4-BE49-F238E27FC236}">
                <a16:creationId xmlns:a16="http://schemas.microsoft.com/office/drawing/2014/main" id="{5611E83E-187B-30FF-2DDE-8178B40C36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0630" y="3127248"/>
            <a:ext cx="347472" cy="347472"/>
          </a:xfrm>
          <a:prstGeom prst="rect">
            <a:avLst/>
          </a:prstGeom>
        </p:spPr>
      </p:pic>
      <p:sp>
        <p:nvSpPr>
          <p:cNvPr id="48" name="Text 11">
            <a:extLst>
              <a:ext uri="{FF2B5EF4-FFF2-40B4-BE49-F238E27FC236}">
                <a16:creationId xmlns:a16="http://schemas.microsoft.com/office/drawing/2014/main" id="{58774552-CF18-C51E-583B-2D8FC0686064}"/>
              </a:ext>
            </a:extLst>
          </p:cNvPr>
          <p:cNvSpPr/>
          <p:nvPr/>
        </p:nvSpPr>
        <p:spPr>
          <a:xfrm flipH="1">
            <a:off x="4537415" y="3566160"/>
            <a:ext cx="131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Training</a:t>
            </a:r>
            <a:endParaRPr lang="en-US" sz="1250" dirty="0"/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561ACEF0-B8A1-901E-1CFD-46350A0CA702}"/>
              </a:ext>
            </a:extLst>
          </p:cNvPr>
          <p:cNvSpPr/>
          <p:nvPr/>
        </p:nvSpPr>
        <p:spPr>
          <a:xfrm>
            <a:off x="4455678" y="4081273"/>
            <a:ext cx="1310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SVM, Random Forest &amp; Gradient Boosting using Scikit-learn.</a:t>
            </a:r>
            <a:endParaRPr lang="en-US" sz="950" dirty="0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268008C8-EBE1-B70E-400C-F294A9E8B8BC}"/>
              </a:ext>
            </a:extLst>
          </p:cNvPr>
          <p:cNvSpPr/>
          <p:nvPr/>
        </p:nvSpPr>
        <p:spPr>
          <a:xfrm>
            <a:off x="2751535" y="4124027"/>
            <a:ext cx="1323143" cy="716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URL length, special symbols, domain and security features.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04C36-0E7A-D04B-74F4-EA6CF1B0D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ansparent.png">
            <a:extLst>
              <a:ext uri="{FF2B5EF4-FFF2-40B4-BE49-F238E27FC236}">
                <a16:creationId xmlns:a16="http://schemas.microsoft.com/office/drawing/2014/main" id="{B9775486-A7C9-A20D-32E1-436A006E7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320040"/>
            <a:ext cx="1691640" cy="868680"/>
          </a:xfrm>
          <a:prstGeom prst="rect">
            <a:avLst/>
          </a:prstGeom>
        </p:spPr>
      </p:pic>
      <p:sp>
        <p:nvSpPr>
          <p:cNvPr id="26" name="Text 20">
            <a:extLst>
              <a:ext uri="{FF2B5EF4-FFF2-40B4-BE49-F238E27FC236}">
                <a16:creationId xmlns:a16="http://schemas.microsoft.com/office/drawing/2014/main" id="{38655A95-5947-D101-BAAE-E1C65C9A7141}"/>
              </a:ext>
            </a:extLst>
          </p:cNvPr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Global University  •  Guwahati</a:t>
            </a:r>
            <a:endParaRPr lang="en-US" sz="9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8BD205C1-B31C-DECA-76CB-A087E14417B3}"/>
              </a:ext>
            </a:extLst>
          </p:cNvPr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041A26-02B6-C605-B387-85EB94160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938" y="357956"/>
            <a:ext cx="9515622" cy="618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380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1EF36-37EA-AB7E-FDDD-F84F9106F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ansparent.png">
            <a:extLst>
              <a:ext uri="{FF2B5EF4-FFF2-40B4-BE49-F238E27FC236}">
                <a16:creationId xmlns:a16="http://schemas.microsoft.com/office/drawing/2014/main" id="{6529B792-706B-2CFC-093D-288AC632E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320040"/>
            <a:ext cx="1691640" cy="868680"/>
          </a:xfrm>
          <a:prstGeom prst="rect">
            <a:avLst/>
          </a:prstGeom>
        </p:spPr>
      </p:pic>
      <p:sp>
        <p:nvSpPr>
          <p:cNvPr id="26" name="Text 20">
            <a:extLst>
              <a:ext uri="{FF2B5EF4-FFF2-40B4-BE49-F238E27FC236}">
                <a16:creationId xmlns:a16="http://schemas.microsoft.com/office/drawing/2014/main" id="{51DC0FAA-680F-6A5E-CA42-AFDB4D2778BC}"/>
              </a:ext>
            </a:extLst>
          </p:cNvPr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Global University  •  Guwahati</a:t>
            </a:r>
            <a:endParaRPr lang="en-US" sz="9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B680E61E-2C76-CC48-8474-50FD0E2C4ABA}"/>
              </a:ext>
            </a:extLst>
          </p:cNvPr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601A414-9505-D1AD-D0C9-F08CEBA32F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833" t="13493" r="25730" b="24540"/>
          <a:stretch>
            <a:fillRect/>
          </a:stretch>
        </p:blipFill>
        <p:spPr>
          <a:xfrm>
            <a:off x="808965" y="387057"/>
            <a:ext cx="9386595" cy="569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692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495</Words>
  <Application>Microsoft Office PowerPoint</Application>
  <PresentationFormat>Widescreen</PresentationFormat>
  <Paragraphs>81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Gonet Wahengbam</cp:lastModifiedBy>
  <cp:revision>3</cp:revision>
  <dcterms:created xsi:type="dcterms:W3CDTF">2026-08-11T13:22:07Z</dcterms:created>
  <dcterms:modified xsi:type="dcterms:W3CDTF">2026-08-14T05:43:09Z</dcterms:modified>
</cp:coreProperties>
</file>